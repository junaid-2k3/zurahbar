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QWEN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ZuRehbar (زو رہبر)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Intelligent Voice &amp; Text Navigation for Zu Peshawar Commuters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Empowering 250,000+ daily riders on Peshawar BRT (19 total routes).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Deterministic shortest-path transit routing &amp; 9-band distance fare calculation.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Natural multilingual AI support in English, Urdu, Roman Urdu, and Pashto.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02 •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Navigating Zu Peshawar is Hard for Daily Riders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High network complexity coupled with fragmented, non-computable public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No Trip Planner: TransPeshawar provides static tables but zero point-to-point routing.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Fares Hidden in Urdu JPEGs: Fare tables exist only inside an Urdu image file.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Missing &amp; Conflicting Data: 9 feeder routes lack timetables; card prices contradict on web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03 •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ZuRehbar: Your Conversational Transit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Instant turn-by-turn guidance and fare estimation in any language.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Ask Anything: Voice/text queries in English, Urdu, Roman Urdu, or Pashto.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Instant Guidance: Returns exact bus numbers, boarding platforms, transfer stations, and fares.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Offline Resilience: On-device SQLite database (Drift) operates under zero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04 • ARCHITECTURAL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Why Standard LLMs Fail — The Deterministic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Preventing LLM transit hallucinations through strict division of responsibility.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Principle: The model decides WHICH tool to call; tools decide WHAT IS TRUE.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NetworkX Graph: Computes shortest-path routes, wait times, and transfer nodes.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Qdrant Hybrid Search: Combines Qwen dense vectors + BM25 sparse vectors.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05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From raw WP REST scraping &amp; computer vision to Qwen Function Calling and Flutter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1. Data Ingestion: Custom HTTP client + AI Vision Tiling for Urdu fare JPEGs.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2. Grounded Engine: Curated JSON -&gt; NetworkX Graph + Qdrant Hybrid Index.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3. Agent Surface: Qwen NLU dispatches plan_journey, get_fare, or search_knowledge.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06 • GRAPH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Solving Transit Math: Route-Stop Graph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Why standard station graphs fail and how route-stop nodes model wait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Route-Stop Nodes: Modeled as (route, direction, station) to capture wait friction.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Weight Formula: Boarding weight = (headway / 2) + 90s transfer penalty.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Distance Interpolation: Leg distance calculated proportionally from travel-time share.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07 •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Robust Ingestion from Imperfect Web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Overcoming broken SSL, Urdu image data, and official dataset contradictions.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Custom HTTP Client: Bypasses broken TLS certificate chains safely with disk caching.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Urdu Vision Tiling: Slices high-res fare JPEGs into spatial grids for vision extraction.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Honest Anomaly Logging: Data contradictions are recorded in dataset_report.json.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08 • VECTOR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Precision Knowledge Retrieval for Non-Trip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Qdrant dense + BM25 sparse hybrid vector search over transit rules and station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Qwen Embeddings: Qwen3-Embedding-0.6B (1024-dim) captures multilingual intent.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BM25 Sparse Anchoring: Pinpoints exact station names (e.g. 'Hashtnagri') with 100% precision.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RRF Fusion: Server-side Reciprocal Rank Fusion merges dense and sparse rankings.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09 •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Flutter On-Device Mobile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Designed for fast, hands-free commuter interactions on patchy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Voice Pipeline: Tap-to-talk mic input with dynamic waveform and barge-in support.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Custom Map Canvas: Schematic metro-style map rendered via Flutter CustomPainter.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Drift SQLite Sync: Bundled local database enables full offline route calculations.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10 • BUSINESS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Ready-to-Deploy Companion App for TransPeshawar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High public impact with zero hardware or IT infrastructure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Zero Hardware Cost: Plug-and-play integration with existing static web endpoints.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Reduces Station Congestion: Automated fare and route guidance cuts ticket lines.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Flexible Formats: Official white-label app, WhatsApp chatbot, or station kiosks.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11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Phased Development &amp; Multi-City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From Qwen Hackathon MVP to national urban transit AI assistant.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Phase 1 &amp; 2 (MVP): Scraper pipeline, NetworkX graph, Qdrant index, 69 pytest suite, Flutter client.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Phase 3 (GTFS/GPS): Map stop GPS coordinates for real-world spatial matching.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Phase 4 (Expansion): Multi-city expansion to Lahore, Islamabad, and Karachi BRT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solidFill>
              <a:srgbClr val="07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B4"/>
                </a:solidFill>
                <a:latin typeface="Arial"/>
              </a:defRPr>
            </a:pPr>
            <a:r>
              <a:t>12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C"/>
                </a:solidFill>
                <a:latin typeface="Arial"/>
              </a:defRPr>
            </a:pPr>
            <a:r>
              <a:t>Transforming Public Mobility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8FF"/>
                </a:solidFill>
                <a:latin typeface="Arial"/>
              </a:defRPr>
            </a:pPr>
            <a:r>
              <a:t>ZuRehbar — Guidance for Every Commuter.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840480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Team: Muhammad Hamza, Junaid Ahmad, Sajid Islam &amp; Team.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Live Demo Script: python scripts/ask.py --demo</a:t>
            </a:r>
          </a:p>
          <a:p>
            <a:pPr>
              <a:spcAft>
                <a:spcPts val="2000"/>
              </a:spcAft>
              <a:defRPr sz="1800">
                <a:solidFill>
                  <a:srgbClr val="F0F4FC"/>
                </a:solidFill>
                <a:latin typeface="Arial"/>
              </a:defRPr>
            </a:pPr>
            <a:r>
              <a:t>•  Contact &amp; Repository: team@zurehbar.pk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